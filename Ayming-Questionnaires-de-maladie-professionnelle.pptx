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hyperlink" Target="https://www.ayming.fr/temoignages-clients/stef-ameliore-pilotage-arret-travail-et-risques-professionnels/?utm_source=slides-sales&amp;utm_medium=print&amp;utm_campaign=questionnaires-mp&amp;utm_content=testimonial" TargetMode="External"/><Relationship Id="rId4" Type="http://schemas.openxmlformats.org/officeDocument/2006/relationships/hyperlink" Target="https://www.ayming.fr/temoignages-clients/colruyt-securise-ses-couts-lies-aux-at-mp/?utm_source=slides-sales&amp;utm_medium=print&amp;utm_campaign=questionnaires-mp&amp;utm_content=testimonial" TargetMode="External"/><Relationship Id="rId5" Type="http://schemas.openxmlformats.org/officeDocument/2006/relationships/hyperlink" Target="https://www.ayming.fr/temoignages-clients/gemfos-reussi-a-reduire-les-accidents-du-travail-et-optimiser-la-gestion-des-absences/?utm_source=slides-sales&amp;utm_medium=print&amp;utm_campaign=questionnaires-mp&amp;utm_content=testimonial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1047723" y="1699128"/>
            <a:ext cx="3238418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4667133" y="1699128"/>
            <a:ext cx="3238418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8286542" y="1699128"/>
            <a:ext cx="3238418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