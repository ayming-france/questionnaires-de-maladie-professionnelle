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questionnaires-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questionnaires-mp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questionnaires-m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